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ns0="http://schemas.openxmlformats.org/officeDocument/2006/relationships" id="359" ns0:id="rId110"/>
    <p:sldId xmlns:ns0="http://schemas.openxmlformats.org/officeDocument/2006/relationships" id="360" ns0:id="rId111"/>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DETAILED REFERENCE · Related live slides 46–48</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104</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DETAILED REFERENCE · Related live slide 54</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105</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slides 14–15</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 15</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 14</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