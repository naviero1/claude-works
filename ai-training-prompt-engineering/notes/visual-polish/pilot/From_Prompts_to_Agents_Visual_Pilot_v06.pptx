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r="http://schemas.openxmlformats.org/officeDocument/2006/relationships" id="272" r:id="Re7739ca524004a50"/>
    <p:sldId xmlns:ns0="http://schemas.openxmlformats.org/officeDocument/2006/relationships" id="366" ns0:id="rId117"/>
    <p:sldId xmlns:ns0="http://schemas.openxmlformats.org/officeDocument/2006/relationships" id="359" ns0:id="rId110"/>
    <p:sldId xmlns:ns0="http://schemas.openxmlformats.org/officeDocument/2006/relationships" id="360" ns0:id="rId111"/>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76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97–102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48-49);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96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47).</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44;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45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95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19</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20</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24</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26</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96</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97–102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33</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36</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39</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42</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45</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94–95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49</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50</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51</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89</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90</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91</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57</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92</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61</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63</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67</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68</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69</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70</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76</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30</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31</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32</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34</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35</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39</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46</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89</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56</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90</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57</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91</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59</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92</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99</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100</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103</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104</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45.</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105</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106</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94–95.</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107</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261249467"/>
      </p:ext>
    </p:extLst>
  </p:cSld>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22</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23</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