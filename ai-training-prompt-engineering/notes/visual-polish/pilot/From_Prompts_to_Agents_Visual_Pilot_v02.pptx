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3501eca7a7549b6" Type="http://schemas.openxmlformats.org/officeDocument/2006/relationships/slide" Target="slides/slide4.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75194e0feac4b09" Type="http://schemas.openxmlformats.org/officeDocument/2006/relationships/slide" Target="slides/slide6.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a892dac0557475b" Type="http://schemas.openxmlformats.org/officeDocument/2006/relationships/slide" Target="../slides/slide4.xml"/><Relationship Id="Re99e6977265b477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2de729047bf4070" Type="http://schemas.openxmlformats.org/officeDocument/2006/relationships/slide" Target="../slides/slide6.xml"/><Relationship Id="Rc1ef21a86bbb42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42-43);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38;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39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89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75554399d3f4a84" Type="http://schemas.openxmlformats.org/officeDocument/2006/relationships/notesSlide" Target="../notesSlides/notesSlide4.xml"/><Relationship Id="R0e7773c3650b472b" Type="http://schemas.openxmlformats.org/officeDocument/2006/relationships/image" Target="../media/image2.png"/><Relationship Id="R172c9a40f6e844f9" Type="http://schemas.openxmlformats.org/officeDocument/2006/relationships/slideLayout" Target="../slideLayouts/slideLayout1.xml"/><Relationship Id="R25922f78034f4f00" Type="http://schemas.openxmlformats.org/officeDocument/2006/relationships/image" Target="../media/image3.png"/><Relationship Id="R29b3c6c186e2442c" Type="http://schemas.openxmlformats.org/officeDocument/2006/relationships/image" Target="../media/image4.png"/><Relationship Id="Rd09ab84476d44959" Type="http://schemas.openxmlformats.org/officeDocument/2006/relationships/image" Target="../media/image.png"/><Relationship Id="Ree9b2c94d0dd404d" Type="http://schemas.openxmlformats.org/officeDocument/2006/relationships/image" Target="../media/image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680133c79224739" Type="http://schemas.openxmlformats.org/officeDocument/2006/relationships/slideLayout" Target="../slideLayouts/slideLayout1.xml"/><Relationship Id="R4cee9ec1d2b6425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txBody xmlns:a="http://schemas.openxmlformats.org/drawingml/2006/main">
          <a:bodyPr/>
          <a:p/>
        </p:txBody>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txBody xmlns:a="http://schemas.openxmlformats.org/drawingml/2006/main">
          <a:bodyPr/>
          <a:p/>
        </p:txBody>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txBody xmlns:a="http://schemas.openxmlformats.org/drawingml/2006/main">
          <a:bodyPr/>
          <a:p/>
        </p:txBody>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33</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36</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40</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97</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98</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39.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99</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88–89.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103</a:t>
            </a:r>
          </a:p>
        </p:txBody>
      </p:sp>
    </p:spTree>
    <p:extLst>
      <p:ext uri="{BB962C8B-B14F-4D97-AF65-F5344CB8AC3E}">
        <p14:creationId xmlns:p14="http://schemas.microsoft.com/office/powerpoint/2010/main" val="26124946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