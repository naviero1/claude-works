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and narrate the prompt. Build it yourself later: tab EX-Dashboard — shape → build → check → refine, plus the dashboard vocabulary.</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in Copilot that means Pages, not plain chat.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2026-09-17T00:19:13Z</dcterms:created>
  <dcterms:modified xsi:type="dcterms:W3CDTF">2026-09-17T00:19:13Z</dcterms:modified>
</cp:coreProperties>
</file>