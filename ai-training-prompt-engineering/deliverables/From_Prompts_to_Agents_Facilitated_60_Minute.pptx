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4" name="main-prompt">
            <a:extLst xmlns:a="http://schemas.openxmlformats.org/drawingml/2006/main">
              <a:ext uri="{FF2B5EF4-FFF2-40B4-BE49-F238E27FC236}">
                <a16:creationId xmlns:a16="http://schemas.microsoft.com/office/drawing/2014/main" id="{B654C62C-01B0-427B-A293-5EAF55D1136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For a manager choosing supplier follow-up, calculate return rate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 total returns ÷ total units shipped. Exclude the existing TOTAL row.</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Return a ranked table and a brief, neutral explanation. State missing information and reconcile totals to the source.</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4" name="row-0-label">
            <a:extLst xmlns:a="http://schemas.openxmlformats.org/drawingml/2006/main">
              <a:ext uri="{FF2B5EF4-FFF2-40B4-BE49-F238E27FC236}">
                <a16:creationId xmlns:a16="http://schemas.microsoft.com/office/drawing/2014/main" id="{ED87A271-C077-46D1-B50A-43614F251FD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PLAN</a:t>
            </a:r>
          </a:p>
        </p:txBody>
      </p:sp>
      <p:sp>
        <p:nvSpPr>
          <p:cNvPr id="5" name="row-0-body">
            <a:extLst xmlns:a="http://schemas.openxmlformats.org/drawingml/2006/main">
              <a:ext uri="{FF2B5EF4-FFF2-40B4-BE49-F238E27FC236}">
                <a16:creationId xmlns:a16="http://schemas.microsoft.com/office/drawing/2014/main" id="{6D66EBFA-55B5-4562-A93F-7662675A755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task and the success check.</a:t>
            </a:r>
          </a:p>
        </p:txBody>
      </p:sp>
      <p:sp>
        <p:nvSpPr>
          <p:cNvPr id="6" name="row-1-label">
            <a:extLst xmlns:a="http://schemas.openxmlformats.org/drawingml/2006/main">
              <a:ext uri="{FF2B5EF4-FFF2-40B4-BE49-F238E27FC236}">
                <a16:creationId xmlns:a16="http://schemas.microsoft.com/office/drawing/2014/main" id="{2BCA6B3D-48A0-4A70-BF6C-ACEE8390F79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DO</a:t>
            </a:r>
          </a:p>
        </p:txBody>
      </p:sp>
      <p:sp>
        <p:nvSpPr>
          <p:cNvPr id="7" name="row-1-body">
            <a:extLst xmlns:a="http://schemas.openxmlformats.org/drawingml/2006/main">
              <a:ext uri="{FF2B5EF4-FFF2-40B4-BE49-F238E27FC236}">
                <a16:creationId xmlns:a16="http://schemas.microsoft.com/office/drawing/2014/main" id="{30C5B660-4204-4F1C-8AAC-775C443EE6D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prompt against the supplied source.</a:t>
            </a:r>
          </a:p>
        </p:txBody>
      </p:sp>
      <p:sp>
        <p:nvSpPr>
          <p:cNvPr id="8" name="row-2-label">
            <a:extLst xmlns:a="http://schemas.openxmlformats.org/drawingml/2006/main">
              <a:ext uri="{FF2B5EF4-FFF2-40B4-BE49-F238E27FC236}">
                <a16:creationId xmlns:a16="http://schemas.microsoft.com/office/drawing/2014/main" id="{7117F861-F26A-49A6-9E5B-B56D5F0BF539}"/>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a:t>
            </a:r>
          </a:p>
        </p:txBody>
      </p:sp>
      <p:sp>
        <p:nvSpPr>
          <p:cNvPr id="9" name="row-2-body">
            <a:extLst xmlns:a="http://schemas.openxmlformats.org/drawingml/2006/main">
              <a:ext uri="{FF2B5EF4-FFF2-40B4-BE49-F238E27FC236}">
                <a16:creationId xmlns:a16="http://schemas.microsoft.com/office/drawing/2014/main" id="{3F14F77D-B1C1-410F-BCBF-14876DD1A08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evidence or a known calculation.</a:t>
            </a:r>
          </a:p>
        </p:txBody>
      </p:sp>
      <p:sp>
        <p:nvSpPr>
          <p:cNvPr id="10" name="row-3-label">
            <a:extLst xmlns:a="http://schemas.openxmlformats.org/drawingml/2006/main">
              <a:ext uri="{FF2B5EF4-FFF2-40B4-BE49-F238E27FC236}">
                <a16:creationId xmlns:a16="http://schemas.microsoft.com/office/drawing/2014/main" id="{18DC591B-CE66-4ACB-AC4A-FC6B01BD391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a:t>
            </a:r>
          </a:p>
        </p:txBody>
      </p:sp>
      <p:sp>
        <p:nvSpPr>
          <p:cNvPr id="11" name="row-3-body">
            <a:extLst xmlns:a="http://schemas.openxmlformats.org/drawingml/2006/main">
              <a:ext uri="{FF2B5EF4-FFF2-40B4-BE49-F238E27FC236}">
                <a16:creationId xmlns:a16="http://schemas.microsoft.com/office/drawing/2014/main" id="{B3439584-F765-4B13-B35A-C232B4BBD7B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Fix the specific failure and rerun the affected check.</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File: Supplier_Data_Exercise.xlsx — upload it, attach nothing else.</a:t>
            </a:r>
          </a:p>
          <a:p xmlns:a="http://schemas.openxmlformats.org/drawingml/2006/main">
            <a:r>
              <a:rPr sz="1700" b="1" i="0"/>
              <a:t>PROMPT 1 — INSPECT</a:t>
            </a:r>
          </a:p>
          <a:p xmlns:a="http://schemas.openxmlformats.org/drawingml/2006/main">
            <a:r>
              <a:rPr sz="1700" b="0" i="0"/>
              <a:t>“Before calculating anything, inspect the file. Tell me what one row represents, how many detail rows it contains, whether any values are missing, and whether any total or summary row could be counted twice. Tell me what you would include or exclude, then wait.”</a:t>
            </a:r>
          </a:p>
          <a:p xmlns:a="http://schemas.openxmlformats.org/drawingml/2006/main">
            <a:r>
              <a:rPr sz="1700" b="1" i="0"/>
              <a:t>PROMPT 2 — ANALYZE</a:t>
            </a:r>
          </a:p>
          <a:p xmlns:a="http://schemas.openxmlformats.org/drawingml/2006/main">
            <a:r>
              <a:rPr sz="1700" b="0" i="0"/>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