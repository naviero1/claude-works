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eight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rebuild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eight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v1.10: the “What people actually use” slide was CUT (owner). Its keepers, spoken here if useful (all sourced in r24, mid-2026): 52% of US employees use AI at work, 15% daily (Gallup May ’26) · top jobs writing 51% / research 49% · 86% treat AI output as a FIRST DRAFT, not a final product (Microsoft WTI 2026) · usage ≠ preference — people default to whatever is already inside Gmail/Office/WhatsApp; the chosen-for-the-job tier (Claude ~9× visit growth, Perplexity, Gemini Notebook, DeepSeek) is smaller but fastest-growing · STANDING RULE, always said aloud: your organization’s AI policy and approved-tool list outrank every name in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The Do / Don’t / Expired playbook one-pager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2026-09-11T14:38:11Z</dcterms:created>
  <dcterms:modified xsi:type="dcterms:W3CDTF">2026-09-11T14:38:11Z</dcterms:modified>
</cp:coreProperties>
</file>