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leave with a strategy and an agreed outreach process. Pre-read is the 12-tab workbook.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decision. Lead time is the reason this is urgent. Two outcomes: strategy, and the outreach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decisions here: any further requirements, and the weighting. Also flag sow vs market hog — it decides roughly half the candidate pool.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Proximity matters because aggregation only works if plants share one crew.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may differ by tier: Model A suits small plants, Model B suits large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process is a straw man — the point is to agree the shape and the gates, not the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7E3B53"/>
          </a:solidFill>
          <a:ln w="12700">
            <a:solidFill>
              <a:srgbClr val="7E3B5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5C2439"/>
          </a:solidFill>
          <a:ln w="12700">
            <a:solidFill>
              <a:srgbClr val="5C243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SELECTION · STAKEHOLDER ALIGNMENT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 New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Agreeing the strategy, the requirements, and how we approach suppliers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  ·  Company stakeholders  ·  Pre-read: Tissue Supplier Study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a new tissue supplier that meets our criteria — and we need to move now, because onboarding a slaughterhouse has a long lead time.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OUT OF THIS MEETING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2688" y="3675888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supplier are we actually buying?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tier · certifications · welfare culture ·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or Model B · which regions.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2761488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47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7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14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process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47688" y="3675888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 from Tissue Supplier LEAD 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Supplier ONBOARDED — the steps, the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and who owns each one.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2 can be parked — but we should agree how we approach it before we leave.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CONFIRM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looking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capacity is open. We classify, we do not exclude.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300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high-touch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several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 – 2,500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single-plant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MED-HIGH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 – 5,000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+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cull-sow plants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3544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 +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3544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the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2735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hogs /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75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USDA inspected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96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25112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4568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APHIS listed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44568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for exports only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01584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210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Humane culture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2104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animal-cruelty flags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9743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9743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Confirmed: Nahunta is domestic-only. Anything EU-bound must come from a federally-inspected (USDA / Talmadge-Aiken) plant — two supply chains, planned separately.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any requirements beyond these — and how do we weight them?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REVIEW REGIONS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supply actually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facilities on the roster. Geography decides whether one crew can serve more than one plant.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5349240" cy="1609344"/>
          </a:xfrm>
          <a:prstGeom prst="roundRect">
            <a:avLst>
              <a:gd name="adj" fmla="val 4545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377440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359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Carolina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59536" y="281635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Primary. 9 swine-only plants, 18 Talmadge-Aiken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(federal, export-eligible). Eastern-NC cluster lets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crew cover several floors in ~70 miles.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2103120"/>
            <a:ext cx="5349240" cy="1609344"/>
          </a:xfrm>
          <a:prstGeom prst="roundRect">
            <a:avLst>
              <a:gd name="adj" fmla="val 4545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74536" y="2377440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453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86600" y="2359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 · TN · VA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74536" y="281635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on mid-size. TN holds the sow plants.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Virginia could not be enumerated online 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to VDACS closes it.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5349240" cy="1609344"/>
          </a:xfrm>
          <a:prstGeom prst="roundRect">
            <a:avLst>
              <a:gd name="adj" fmla="val 4545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4206240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187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Midwest &amp; National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9536" y="464515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2,500–5,000 band actually lives.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~49 plants nationally sit in that class.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63640" y="3931920"/>
            <a:ext cx="5349240" cy="1609344"/>
          </a:xfrm>
          <a:prstGeom prst="roundRect">
            <a:avLst>
              <a:gd name="adj" fmla="val 4545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74536" y="4206240"/>
            <a:ext cx="365760" cy="3657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74536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86600" y="4187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Pennsylvania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574536" y="464515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Export-certified plants sit beside the tissue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that already buy there — a possible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precedent for Model A.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how much weight do we give geographic proximity?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STRATEGY &amp; OPERATING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take the tissue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865376"/>
            <a:ext cx="512064" cy="512064"/>
          </a:xfrm>
          <a:prstGeom prst="ellipse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72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harvest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technicians on their floor.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space, or pay by piece?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freshness — we control the clock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floor access + cooler space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people, our protocol, our quality call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9400" y="1865376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87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87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harvest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crew, to our written spec.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send inspectors and trainers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moving our people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their culture and QA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on quality is indirect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56048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56048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lanes, not one:   DOMESTIC — Nahunta anchors it, state-inspected is fine.    EU-BOUND — federally-inspected plant, APHIS-listed, no exceptions.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590702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 A, B, or A-for-some / B-for-others?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onboarded supplier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process to react to — does this shape look right?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4944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identified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2816352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62656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62656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62656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check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62656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· certs ·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5084064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50992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230368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RFQ/P + call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weekly kill,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95744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351776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0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18704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98080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+ 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0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 audit,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harvest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63456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9619488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65792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65792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86416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765792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65792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QA spec,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cadence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48640" y="43159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arrow is a GATE — we only spend the next step's effort if the previous one passed.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48640" y="48097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ACTIONS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5138928"/>
            <a:ext cx="3566160" cy="822960"/>
          </a:xfrm>
          <a:prstGeom prst="roundRect">
            <a:avLst>
              <a:gd name="adj" fmla="val 8889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9808" y="5230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anatomical spec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749808" y="55046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 or market hog? It decides half the list.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325112" y="5138928"/>
            <a:ext cx="3566160" cy="822960"/>
          </a:xfrm>
          <a:prstGeom prst="roundRect">
            <a:avLst>
              <a:gd name="adj" fmla="val 8889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0" y="5230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APHIS VS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4526280" y="55046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a federal plant hold to carry EU work.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101584" y="5138928"/>
            <a:ext cx="3566160" cy="822960"/>
          </a:xfrm>
          <a:prstGeom prst="roundRect">
            <a:avLst>
              <a:gd name="adj" fmla="val 8889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02752" y="5230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Interview the collectors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8302752" y="55046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already run Model A inside other plants.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10819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lot:  revisit the supplier questionnaire.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Selection — Strategy &amp; Requirements</dc:title>
  <dc:subject>PptxGenJS Presentation</dc:subject>
  <dc:creator>Oscar Penny</dc:creator>
  <cp:lastModifiedBy>Oscar Penny</cp:lastModifiedBy>
  <cp:revision>1</cp:revision>
  <dcterms:created xsi:type="dcterms:W3CDTF">2026-08-06T14:06:55Z</dcterms:created>
  <dcterms:modified xsi:type="dcterms:W3CDTF">2026-08-06T14:06:55Z</dcterms:modified>
</cp:coreProperties>
</file>