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4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6D2E46"/>
                </a:solidFill>
                <a:latin typeface="Cambria"/>
              </a:rPr>
              <a:t>By certification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Federal / Talmadge-Aiken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5</c:v>
                </c:pt>
                <c:pt idx="2">
                  <c:v>4</c:v>
                </c:pt>
                <c:pt idx="3">
                  <c:v>7</c:v>
                </c:pt>
                <c:pt idx="4">
                  <c:v>4</c:v>
                </c:pt>
                <c:pt idx="5">
                  <c:v>8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State-inspected only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4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Custom-exempt</c:v>
                </c:pt>
              </c:strCache>
            </c:strRef>
          </c:tx>
          <c:spPr>
            <a:solidFill>
              <a:srgbClr val="C89B7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Unconfirmed</c:v>
                </c:pt>
              </c:strCache>
            </c:strRef>
          </c:tx>
          <c:spPr>
            <a:solidFill>
              <a:srgbClr val="D5CA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4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6D2E46"/>
                </a:solidFill>
                <a:latin typeface="Cambria"/>
              </a:rPr>
              <a:t>By size tier (hogs / week)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Small (0–300)</c:v>
                </c:pt>
              </c:strCache>
            </c:strRef>
          </c:tx>
          <c:spPr>
            <a:solidFill>
              <a:srgbClr val="D9BF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(350–2.5k)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(2.5–5k)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(5k+)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D5CA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</c:v>
                </c:pt>
                <c:pt idx="1">
                  <c:v>8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3A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leave with a strategy and an agreed outreach process. Pre-read is the 12-tab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decision. Lead time is the reason this is urgent. Two outcomes: strategy, and the outreach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here: any further requirements, and the weighting. Also flag sow vs market hog — it decides roughly half the candidate pool.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Eastern NC: 14 plants, 10 federal/TA — the export-capable base and the aggregation cluster. Western NC: 14 plants but small and largely state-inspected, so domestic only. Iowa: 8 plants, 6 High tier. Nebraska: 1. Proximity matters because aggregation only works if plants share one crew.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may differ by tier: Model A suits small plants, Model B suits large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process is a straw man — the point is to agree the shape and the gates, not the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7E3B53"/>
          </a:solidFill>
          <a:ln w="12700">
            <a:solidFill>
              <a:srgbClr val="7E3B5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5C2439"/>
          </a:solidFill>
          <a:ln w="12700">
            <a:solidFill>
              <a:srgbClr val="5C243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 · STAKEHOLDER ALIGNMENT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 New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Agreeing the strategy, the requirements, and how we approach suppliers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  ·  Company stakeholders  ·  Pre-read: Tissue Supplier Study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a new tissue supplier that meets our criteria — and we need to move now, because onboarding a slaughterhouse has a long lead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OUT OF THIS MEETING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2688" y="3675888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supplier are we actually buying?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tier · certifications · welfare culture ·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or Model B · which regions.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2761488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47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7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4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47688" y="3675888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Tissue Supplier LEAD 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Supplier ONBOARDED — the steps, the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and who owns each one.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can be parked — but we should agree how we approach it before we leave.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CONFIRM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looking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capacity is open. We classify, we do not exclude.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300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several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– 2,500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single-plant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 – 5,000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+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cull-sow plants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3544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+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3544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the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2735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hogs /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75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USDA inspected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25112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4568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APHIS listed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44568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for exports only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10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Humane culture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210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animal-cruelty flags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9743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9743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Confirmed: Nahunta is domestic-only. Anything EU-bound must come from a federally-inspected (USDA / Talmadge-Aiken) plant — two supply chains, planned separately.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any requirements beyond these — and how do we weight them?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REVIEW REGIONS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supply actually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plants across our target areas. Certification decides whether a plant can ever serve EU work; size decides the operating model.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938528"/>
          <a:ext cx="5394960" cy="3401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6236208" y="1938528"/>
          <a:ext cx="5376672" cy="3401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43153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Eastern NC holds the export-eligible plants and the real volume. Western NC is small and state-inspected. Iowa is all High tier.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5833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named plants only — roll-ups excluded to avoid double-counting. 20 further plants sit elsewhere in the Midwest / nationally. Pennsylvania out of scope.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619963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how much weight do we give geographic proximity — and do we split domestic vs EU by region?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STRATEGY &amp; 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take the tissue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865376"/>
            <a:ext cx="512064" cy="512064"/>
          </a:xfrm>
          <a:prstGeom prst="ellipse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harvest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technicians on their floor.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space, or pay by piece?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freshness — we control the clock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floor access + cooler space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people, our protocol, our quality call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1865376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87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87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harvest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crew, to our written spec.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inspectors and trainers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moving our people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their culture and QA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on quality is indirect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56048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56048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lanes, not one:   DOMESTIC — Nahunta anchors it, state-inspected is fine.    EU-BOUND — federally-inspected plant, APHIS-listed, no exceptions.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590702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 A, B, or A-for-some / B-for-others?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onboarded supplier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process to react to — does this shape look right?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4944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identified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16352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62656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62656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62656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check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62656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· certs ·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084064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50992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230368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RFQ/P + call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weekly kill,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95744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351776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0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18704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0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+ 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audit,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harvest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9619488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65792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65792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86416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765792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65792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QA spec,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cadence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48640" y="43159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arrow is a GATE — we only spend the next step's effort if the previous one passed.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48640" y="48097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ACTIONS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5138928"/>
            <a:ext cx="3566160" cy="822960"/>
          </a:xfrm>
          <a:prstGeom prst="roundRect">
            <a:avLst>
              <a:gd name="adj" fmla="val 8889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5230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anatomical spec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749808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 or market hog? It decides half the list.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325112" y="5138928"/>
            <a:ext cx="3566160" cy="822960"/>
          </a:xfrm>
          <a:prstGeom prst="roundRect">
            <a:avLst>
              <a:gd name="adj" fmla="val 8889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0" y="5230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APHIS VS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4526280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a federal plant hold to carry EU work.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101584" y="5138928"/>
            <a:ext cx="3566160" cy="822960"/>
          </a:xfrm>
          <a:prstGeom prst="roundRect">
            <a:avLst>
              <a:gd name="adj" fmla="val 8889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02752" y="5230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 the collectors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8302752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already run Model A inside other plants.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10819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lot:  revisit the supplier questionnaire.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Selection — Strategy &amp; Requirements</dc:title>
  <dc:subject>PptxGenJS Presentation</dc:subject>
  <dc:creator>Oscar Penny</dc:creator>
  <cp:lastModifiedBy>Oscar Penny</cp:lastModifiedBy>
  <cp:revision>1</cp:revision>
  <dcterms:created xsi:type="dcterms:W3CDTF">2026-08-06T14:29:19Z</dcterms:created>
  <dcterms:modified xsi:type="dcterms:W3CDTF">2026-08-06T14:29:19Z</dcterms:modified>
</cp:coreProperties>
</file>