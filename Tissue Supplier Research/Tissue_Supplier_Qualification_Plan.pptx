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160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Five-stage supplier qualification plan with entry gates, deliverables and exit gates. Dates as agreed 2026-09-28: calls complete Oct 29; visits Nov 2–Dec 18; pilot Dec 7–Jan 22; selection by Jan 27; onboarding from Feb 2; reliable-product review Jun–Jul 2027. Once a supplier passes evaluation and qualification it is onboarded — there is no bidding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and onboarding a tissue supplier — the plan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stages. Each one starts only when its entry gate is true, produces a deliverable, and closes on an exit gate — the evidence anyone can check.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" y="1499616"/>
            <a:ext cx="201168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" y="1216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30, 2026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" y="1728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67712" y="1536192"/>
            <a:ext cx="128016" cy="128016"/>
          </a:xfrm>
          <a:prstGeom prst="ellipse">
            <a:avLst/>
          </a:prstGeom>
          <a:solidFill>
            <a:srgbClr val="A267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554480" y="1216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29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728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done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22192" y="1536192"/>
            <a:ext cx="128016" cy="128016"/>
          </a:xfrm>
          <a:prstGeom prst="ellipse">
            <a:avLst/>
          </a:prstGeom>
          <a:solidFill>
            <a:srgbClr val="A267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108960" y="1216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 – Dec 18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1728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Calls-visits (done </a:t>
            </a:r>
            <a:r>
              <a:rPr lang="en-US" sz="95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adhoc</a:t>
            </a: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68112" y="1536192"/>
            <a:ext cx="128016" cy="128016"/>
          </a:xfrm>
          <a:prstGeom prst="ellipse">
            <a:avLst/>
          </a:prstGeom>
          <a:solidFill>
            <a:srgbClr val="A267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754880" y="1216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7 – Jan 22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728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pilot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77456" y="1499616"/>
            <a:ext cx="201168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0" y="1216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27, 2027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728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51392" y="1536192"/>
            <a:ext cx="128016" cy="128016"/>
          </a:xfrm>
          <a:prstGeom prst="ellipse">
            <a:avLst/>
          </a:prstGeom>
          <a:solidFill>
            <a:srgbClr val="A267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138160" y="1216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 – Mar 27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1728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1237976" y="1499616"/>
            <a:ext cx="201168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0561320" y="1216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-Jul, 2027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0561320" y="1728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product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331720"/>
            <a:ext cx="2117750" cy="3794760"/>
          </a:xfrm>
          <a:prstGeom prst="roundRect">
            <a:avLst>
              <a:gd name="adj" fmla="val 3454"/>
            </a:avLst>
          </a:prstGeom>
          <a:solidFill>
            <a:srgbClr val="F6F1EA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2331720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2697480"/>
            <a:ext cx="211775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85216" y="2478024"/>
            <a:ext cx="365760" cy="365760"/>
          </a:xfrm>
          <a:prstGeom prst="ellipse">
            <a:avLst/>
          </a:prstGeom>
          <a:solidFill>
            <a:srgbClr val="E8C47E"/>
          </a:solidFill>
          <a:ln w="12700">
            <a:solidFill>
              <a:srgbClr val="E8C4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85216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2423160"/>
            <a:ext cx="1477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Possible SHs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" y="2697480"/>
            <a:ext cx="1477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 — done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85216" y="3099816"/>
            <a:ext cx="18617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(models A / B-T, the gates, 140–220 lb, 120 mi from Durham) and USDA / NCDA primary data.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slaughter plant in NC / SC / VA / TN verified, scored on both operating models, bounded on volume.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Study workbook + one-page shortlist memo.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Engineer and Purchasing Manager have each picked 3.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39542" y="2331720"/>
            <a:ext cx="2117750" cy="3794760"/>
          </a:xfrm>
          <a:prstGeom prst="roundRect">
            <a:avLst>
              <a:gd name="adj" fmla="val 3454"/>
            </a:avLst>
          </a:prstGeom>
          <a:solidFill>
            <a:srgbClr val="F6F1EA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39542" y="2331720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39542" y="2697480"/>
            <a:ext cx="211775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867558" y="2478024"/>
            <a:ext cx="365760" cy="365760"/>
          </a:xfrm>
          <a:prstGeom prst="ellipse">
            <a:avLst/>
          </a:prstGeom>
          <a:solidFill>
            <a:srgbClr val="E8C47E"/>
          </a:solidFill>
          <a:ln w="12700">
            <a:solidFill>
              <a:srgbClr val="E8C4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2867558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3306470" y="2423160"/>
            <a:ext cx="1477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QUALIFY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3306470" y="2697480"/>
            <a:ext cx="1477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 → Dec 18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2867558" y="3099816"/>
            <a:ext cx="18617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shared; weekly pick meeting held; call script in hand; caller = Purchasing Manager.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by Oct 29 — three questions, no business-model talk → joint go / no-go → NDA → visits Nov 2–Dec 18: floor walk, model, spec, how we pay.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logs, go / no-go record, signed NDAs, one visit report per plant.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plant rated "qualified to pilot".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1885" y="2331719"/>
            <a:ext cx="2117749" cy="3977639"/>
          </a:xfrm>
          <a:prstGeom prst="roundRect">
            <a:avLst>
              <a:gd name="adj" fmla="val 3454"/>
            </a:avLst>
          </a:prstGeom>
          <a:solidFill>
            <a:srgbClr val="F6F1EA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021885" y="2331720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021885" y="2697480"/>
            <a:ext cx="211775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149901" y="2478024"/>
            <a:ext cx="365760" cy="365760"/>
          </a:xfrm>
          <a:prstGeom prst="ellipse">
            <a:avLst/>
          </a:prstGeom>
          <a:solidFill>
            <a:srgbClr val="E8C47E"/>
          </a:solidFill>
          <a:ln w="12700">
            <a:solidFill>
              <a:srgbClr val="E8C4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5149901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5588813" y="2423160"/>
            <a:ext cx="1477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5588813" y="2697480"/>
            <a:ext cx="1477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7 → Jan 22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5149901" y="3099816"/>
            <a:ext cx="18617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plant; paid pilot agreement; (pelvic, aorta, bariatric) spec signed; inspector named; cold chain arranged.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pelvic harvests; every block inspected for quality, size and completeness; chill and transport measured; real cost per block.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report: yield, inspection results, cost vs. model.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 inspected units over 2 consecutive harvest days at ≥ 95 % first-pass yield.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04227" y="2331720"/>
            <a:ext cx="2117750" cy="3794760"/>
          </a:xfrm>
          <a:prstGeom prst="roundRect">
            <a:avLst>
              <a:gd name="adj" fmla="val 3454"/>
            </a:avLst>
          </a:prstGeom>
          <a:solidFill>
            <a:srgbClr val="F6F1EA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304227" y="2331720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304227" y="2697480"/>
            <a:ext cx="211775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432243" y="2478024"/>
            <a:ext cx="365760" cy="365760"/>
          </a:xfrm>
          <a:prstGeom prst="ellipse">
            <a:avLst/>
          </a:prstGeom>
          <a:solidFill>
            <a:srgbClr val="E8C47E"/>
          </a:solidFill>
          <a:ln w="12700">
            <a:solidFill>
              <a:srgbClr val="E8C4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7432243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7871155" y="2423160"/>
            <a:ext cx="1477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7871155" y="2697480"/>
            <a:ext cx="1477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Jan 27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7432243" y="3099816"/>
            <a:ext cx="18617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report; Quality sign-off; commercial terms in writing.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qualification results reviewed; the supplier that passes is selected for onboarding.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Selection, resulting documents — the evidence the supplier passed, terms, risks.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signed by Supplier Engineering, Quality and Purchasing; approved-supplier record created.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586570" y="2331720"/>
            <a:ext cx="2148230" cy="3900638"/>
          </a:xfrm>
          <a:prstGeom prst="roundRect">
            <a:avLst>
              <a:gd name="adj" fmla="val 3454"/>
            </a:avLst>
          </a:prstGeom>
          <a:solidFill>
            <a:srgbClr val="F6F1EA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586570" y="2331720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586570" y="2697480"/>
            <a:ext cx="211775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714586" y="2478024"/>
            <a:ext cx="365760" cy="365760"/>
          </a:xfrm>
          <a:prstGeom prst="ellipse">
            <a:avLst/>
          </a:prstGeom>
          <a:solidFill>
            <a:srgbClr val="E8C47E"/>
          </a:solidFill>
          <a:ln w="12700">
            <a:solidFill>
              <a:srgbClr val="E8C4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9714586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63" name="Text 61"/>
          <p:cNvSpPr txBox="1"/>
          <p:nvPr/>
        </p:nvSpPr>
        <p:spPr>
          <a:xfrm>
            <a:off x="10153498" y="2423160"/>
            <a:ext cx="1477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</a:t>
            </a:r>
            <a:endParaRPr lang="en-US" sz="1500" dirty="0"/>
          </a:p>
        </p:txBody>
      </p:sp>
      <p:sp>
        <p:nvSpPr>
          <p:cNvPr id="64" name="Text 62"/>
          <p:cNvSpPr txBox="1"/>
          <p:nvPr/>
        </p:nvSpPr>
        <p:spPr>
          <a:xfrm>
            <a:off x="10153498" y="2697480"/>
            <a:ext cx="1477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 → TBD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9714586" y="3099816"/>
            <a:ext cx="18617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selection memo; contract draft; freezers ordered; harvest days proposed; training plan if their crew harvests.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 supplier record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team finishes, out of our control.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</Words>
  <Application>Microsoft Office PowerPoint</Application>
  <PresentationFormat>Widescreen</PresentationFormat>
  <Paragraphs>74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Supplier qualification plan</dc:title>
  <dc:subject>PptxGenJS Presentation</dc:subject>
  <dc:creator>PptxGenJS</dc:creator>
  <cp:lastModifiedBy>Oscar Penny</cp:lastModifiedBy>
  <cp:revision>8</cp:revision>
  <dcterms:created xsi:type="dcterms:W3CDTF">2026-09-28T18:21:06Z</dcterms:created>
  <dcterms:modified xsi:type="dcterms:W3CDTF">2026-09-28T19:40:16Z</dcterms:modified>
</cp:coreProperties>
</file>