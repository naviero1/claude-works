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 floor — 10 rejects (August)</c:v>
                </c:pt>
              </c:strCache>
            </c:strRef>
          </c:tx>
          <c:spPr>
            <a:solidFill>
              <a:srgbClr val="1F2937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293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Critical-area laceration</c:v>
                  </c:pt>
                  <c:pt idx="1">
                    <c:v>Bowel damage / separation</c:v>
                  </c:pt>
                  <c:pt idx="2">
                    <c:v>Membrane damage</c:v>
                  </c:pt>
                  <c:pt idx="3">
                    <c:v>Urethra / bladder damage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3</c:v>
                </c:pt>
                <c:pt idx="2">
                  <c:v>3</c:v>
                </c:pt>
                <c:pt idx="3">
                  <c:v>3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000" u="none">
                  <a:solidFill>
                    <a:srgbClr val="1F293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1F293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ATM receipt — 40 units scrapped (all quality codes)</c:v>
                </c:pt>
              </c:strCache>
            </c:strRef>
          </c:tx>
          <c:spPr>
            <a:solidFill>
              <a:srgbClr val="0E7490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293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9978 · Damage to Suspensory</c:v>
                  </c:pt>
                  <c:pt idx="1">
                    <c:v>9988 · Exposed Urethra</c:v>
                  </c:pt>
                  <c:pt idx="2">
                    <c:v>9987 · Blood Clots</c:v>
                  </c:pt>
                  <c:pt idx="3">
                    <c:v>9986 · Bladder Length</c:v>
                  </c:pt>
                  <c:pt idx="4">
                    <c:v>9972 · Laceration/Cut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</c:v>
                </c:pt>
                <c:pt idx="1">
                  <c:v>3</c:v>
                </c:pt>
                <c:pt idx="2">
                  <c:v>4</c:v>
                </c:pt>
                <c:pt idx="3">
                  <c:v>11</c:v>
                </c:pt>
                <c:pt idx="4">
                  <c:v>21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000" u="none">
                  <a:solidFill>
                    <a:srgbClr val="1F293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1F293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QDR  ·  AUGUST 2026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475488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 Inspection and Scrap</a:t>
            </a:r>
            <a:endParaRPr lang="en-US" sz="28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34440"/>
          <a:ext cx="1118311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822960"/>
                <a:gridCol w="1051560"/>
                <a:gridCol w="868680"/>
                <a:gridCol w="822960"/>
                <a:gridCol w="1371600"/>
                <a:gridCol w="423367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Tissue @ SH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 #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 Inspected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 Pass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 Fail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First-Pass Yield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 defect this month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Pelvic @ Martins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666541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95.96%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Urethra / bladder damage (3)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Pelvic @ Martins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666506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Pelvic @ Parks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666541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95.65%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Bowel damage / separation (1)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02920" y="3246120"/>
            <a:ext cx="5486400" cy="1783080"/>
          </a:xfrm>
          <a:prstGeom prst="roundRect">
            <a:avLst>
              <a:gd name="adj" fmla="val 3077"/>
            </a:avLst>
          </a:prstGeom>
          <a:solidFill>
            <a:srgbClr val="F3F4F6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67512" y="3346704"/>
            <a:ext cx="51572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Pelvic @ Martins · 666541 — 8 fails of 198 inspected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667512" y="3785616"/>
            <a:ext cx="1280160" cy="137160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8" name="Text 5"/>
          <p:cNvSpPr/>
          <p:nvPr/>
        </p:nvSpPr>
        <p:spPr>
          <a:xfrm>
            <a:off x="2103120" y="3730752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Urethra / bladder damage  </a:t>
            </a:r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37.50%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667512" y="4169664"/>
            <a:ext cx="1280160" cy="137160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10" name="Text 7"/>
          <p:cNvSpPr/>
          <p:nvPr/>
        </p:nvSpPr>
        <p:spPr>
          <a:xfrm>
            <a:off x="2103120" y="4114800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Membrane damage  </a:t>
            </a:r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37.50%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67512" y="4553712"/>
            <a:ext cx="853440" cy="137160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12" name="Text 9"/>
          <p:cNvSpPr/>
          <p:nvPr/>
        </p:nvSpPr>
        <p:spPr>
          <a:xfrm>
            <a:off x="2103120" y="4498848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Bowel damage / separation  </a:t>
            </a:r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25.00%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6199632" y="3246120"/>
            <a:ext cx="5486400" cy="1783080"/>
          </a:xfrm>
          <a:prstGeom prst="roundRect">
            <a:avLst>
              <a:gd name="adj" fmla="val 3077"/>
            </a:avLst>
          </a:prstGeom>
          <a:solidFill>
            <a:srgbClr val="F3F4F6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364224" y="3346704"/>
            <a:ext cx="51572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Pelvic @ Parks · 666541 — 2 fails of 46 inspected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6364224" y="3785616"/>
            <a:ext cx="426720" cy="137160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16" name="Text 13"/>
          <p:cNvSpPr/>
          <p:nvPr/>
        </p:nvSpPr>
        <p:spPr>
          <a:xfrm>
            <a:off x="7799832" y="3730752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Bowel damage / separation  </a:t>
            </a:r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50.00%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364224" y="4169664"/>
            <a:ext cx="426720" cy="137160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18" name="Text 15"/>
          <p:cNvSpPr/>
          <p:nvPr/>
        </p:nvSpPr>
        <p:spPr>
          <a:xfrm>
            <a:off x="7799832" y="4114800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Critical-area laceration  </a:t>
            </a:r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50.00%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502920" y="5303520"/>
            <a:ext cx="11183112" cy="1051560"/>
          </a:xfrm>
          <a:prstGeom prst="roundRect">
            <a:avLst>
              <a:gd name="adj" fmla="val 4348"/>
            </a:avLst>
          </a:prstGeom>
          <a:solidFill>
            <a:srgbClr val="E0F2F7"/>
          </a:solidFill>
          <a:ln/>
        </p:spPr>
      </p:sp>
      <p:sp>
        <p:nvSpPr>
          <p:cNvPr id="20" name="Text 17"/>
          <p:cNvSpPr/>
          <p:nvPr/>
        </p:nvSpPr>
        <p:spPr>
          <a:xfrm>
            <a:off x="685800" y="539496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713232" y="5632704"/>
            <a:ext cx="10835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➢"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666541 (Pelvic @ Martins): 96.0% FPY on 198 — clean month; scattered singles (bowel, urethra, membrane).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➢"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666506 (Pelvic @ Martins): 100% FPY on 20 — no failures.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➢"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666541 (Pelvic @ Parks): 95.7% FPY on 46 — strong start on the new spec after the 518 → 541 transition (8/10).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502920" y="6510528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SH_IQC_Inspections.xlsx — SH-floor IQC &amp; ATM (SAP) receipt data, extract 09/16/2026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1430000" y="651052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QDR  ·  AUGUST SH INSPECTIONS  ·  ATM = SH-INSPECTED BATCHES ONLY (POSTINGS 08/01–09/16)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475488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 reasons for reject vs ATM reasons for reject (August)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02920" y="120700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PELVIC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1572768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 floor — 10 rejects (August)</a:t>
            </a:r>
            <a:endParaRPr lang="en-US" sz="12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02920" y="1847088"/>
          <a:ext cx="539496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6263640" y="1572768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ATM receipt — 40 units scrapped (all quality codes)</a:t>
            </a:r>
            <a:endParaRPr lang="en-US" sz="1200" dirty="0"/>
          </a:p>
        </p:txBody>
      </p:sp>
      <p:graphicFrame>
        <p:nvGraphicFramePr>
          <p:cNvPr id="8" name="Chart 1" descr=""/>
          <p:cNvGraphicFramePr/>
          <p:nvPr/>
        </p:nvGraphicFramePr>
        <p:xfrm>
          <a:off x="6263640" y="1847088"/>
          <a:ext cx="539496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5"/>
          <p:cNvSpPr/>
          <p:nvPr/>
        </p:nvSpPr>
        <p:spPr>
          <a:xfrm>
            <a:off x="502920" y="525780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Read: ATM's dominant code 9972 Laceration/Cut is the downstream face of the urethra/bladder and membrane cut damage flagged on the SH floor; Exposed Urethra and Bladder Length map to the same themes, while Blood Clots only surface post-freeze.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02920" y="5897880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ATM side counts only batches that were inspected at the slaughterhouses (matched lots), postings 08/01–09/16 net of reversals. ATM scrap in this window reflects batches harvested ~1–1.5 months earlier. SH counts are floor samples; ATM counts are full received quantities.</a:t>
            </a:r>
            <a:endParaRPr lang="en-US" sz="850" dirty="0"/>
          </a:p>
        </p:txBody>
      </p:sp>
      <p:sp>
        <p:nvSpPr>
          <p:cNvPr id="11" name="Text 7"/>
          <p:cNvSpPr/>
          <p:nvPr/>
        </p:nvSpPr>
        <p:spPr>
          <a:xfrm>
            <a:off x="502920" y="6510528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SH_IQC_Inspections.xlsx — SH-floor IQC &amp; ATM (SAP) receipt data, extract 09/16/2026</a:t>
            </a:r>
            <a:endParaRPr lang="en-US" sz="850" dirty="0"/>
          </a:p>
        </p:txBody>
      </p:sp>
      <p:sp>
        <p:nvSpPr>
          <p:cNvPr id="12" name="Text 8"/>
          <p:cNvSpPr/>
          <p:nvPr/>
        </p:nvSpPr>
        <p:spPr>
          <a:xfrm>
            <a:off x="11430000" y="651052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2026-09-16T16:48:33Z</dcterms:created>
  <dcterms:modified xsi:type="dcterms:W3CDTF">2026-09-16T16:48:33Z</dcterms:modified>
</cp:coreProperties>
</file>