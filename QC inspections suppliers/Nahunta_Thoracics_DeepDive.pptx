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NAHUNTA  ·  THORACICS 666521  ·  JUL 29 – SEP 9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Thoracics @ Nahunta — received vs scrapped</a:t>
            </a:r>
            <a:endParaRPr lang="en-US" sz="2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2377440"/>
                <a:gridCol w="2011680"/>
                <a:gridCol w="164592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Harvest 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Received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Scrapped by Jordan (harvest)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Scrapped by our QC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scrapped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 % of received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07/29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08/05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08/12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08/19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08/26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09/09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8064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screens at harvest since 08/26; our QC inspects what he passes. 24 usable blocks of 113 received.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2026-09-16T17:18:06Z</dcterms:created>
  <dcterms:modified xsi:type="dcterms:W3CDTF">2026-09-16T17:18:06Z</dcterms:modified>
</cp:coreProperties>
</file>