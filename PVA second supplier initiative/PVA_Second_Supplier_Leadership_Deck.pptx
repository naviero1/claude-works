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Beyond that no US vendor publishes a price, so the market is drawn as a band: the fitted trend at the bottom, the flattening seen in vendors' own volume ladders at the top - roughly a dollar to two dollars at a drum. SNP, green, sells us about three drums a week at 75 cents - at or below the bottom of that band,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24128"/>
            <a:ext cx="6799106" cy="4892040"/>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composites grade up to 20 gal; ton-scale offshore offers before freight</a:t>
            </a:r>
          </a:p>
          <a:p>
            <a:pPr>
              <a:spcAft>
                <a:spcPts val="500"/>
              </a:spcAft>
            </a:pPr>
            <a:r>
              <a:rPr b="1" sz="1050">
                <a:solidFill>
                  <a:srgbClr val="1F3864"/>
                </a:solidFill>
                <a:latin typeface="Calibri"/>
              </a:rPr>
              <a:t>Navy line and band  </a:t>
            </a:r>
            <a:r>
              <a:rPr sz="950">
                <a:solidFill>
                  <a:srgbClr val="595959"/>
                </a:solidFill>
                <a:latin typeface="Calibri"/>
              </a:rPr>
              <a:t>— solid where US data exists: ~18% lower per doubling of the lot. Beyond 20 gal no US vendor publishes a price, so the market is a band from that trend up to the flattening in vendors' own ladders: one drum $1.37–2.06, SNP's lot $0.99–1.81, a 5-drum batch $0.85–1.70</a:t>
            </a:r>
          </a:p>
          <a:p>
            <a:pPr>
              <a:spcAft>
                <a:spcPts val="500"/>
              </a:spcAft>
            </a:pPr>
            <a:r>
              <a:rPr b="1" sz="1050">
                <a:solidFill>
                  <a:srgbClr val="1F3864"/>
                </a:solidFill>
                <a:latin typeface="Calibri"/>
              </a:rPr>
              <a:t>SNP Inc., green  </a:t>
            </a:r>
            <a:r>
              <a:rPr sz="950">
                <a:solidFill>
                  <a:srgbClr val="595959"/>
                </a:solidFill>
                <a:latin typeface="Calibri"/>
              </a:rPr>
              <a:t>— $0.75 at ~3 drums a week — at or below the bottom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$8.42 at a 40-gal minimum, off the chart's logic; APV ≥$3 is an estimate from our call, never confirmed</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everywhere in this market — except at SNP Inc., who sells us drum lots at a bulk price. Every other supplier charges what its lot size implies,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