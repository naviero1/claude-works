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and its floor is SNP's 75 cents - no US-delivered lot has been seen cheaper; the offshore ton offers are before freight and duty. SNP, green, sells us about three drums a week at 75 cents - the floor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as an exploration and not a commitment - their other hydrogel lines, sodium alginate and guar gum, as possibilities for future projects; we learn what else they can make and promise nothing either way.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whether to raise the other hydrogels at all, as possibilities only;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up to 20 gal; offshore ton offers before freight)</a:t>
            </a:r>
          </a:p>
          <a:p>
            <a:pPr>
              <a:spcAft>
                <a:spcPts val="500"/>
              </a:spcAft>
            </a:pPr>
            <a:r>
              <a:rPr b="1" sz="1050">
                <a:solidFill>
                  <a:srgbClr val="1F3864"/>
                </a:solidFill>
                <a:latin typeface="Calibri"/>
              </a:rPr>
              <a:t>Navy line and band  </a:t>
            </a:r>
            <a:r>
              <a:rPr sz="950">
                <a:solidFill>
                  <a:srgbClr val="595959"/>
                </a:solidFill>
                <a:latin typeface="Calibri"/>
              </a:rPr>
              <a:t>— trend ~18% lower per doubling of the lot; the band is where 80% of the points fall. Beyond 20 gal its top follows the flattening in vendors' ladders; its floor is SNP's $0.75 — no US-delivered lot has been seen cheaper. One drum $0.83–3.53; SNP's lot $0.75–3.09; 5-drum batch $0.75–2.91</a:t>
            </a:r>
          </a:p>
          <a:p>
            <a:pPr>
              <a:spcAft>
                <a:spcPts val="500"/>
              </a:spcAft>
            </a:pPr>
            <a:r>
              <a:rPr b="1" sz="1050">
                <a:solidFill>
                  <a:srgbClr val="1F3864"/>
                </a:solidFill>
                <a:latin typeface="Calibri"/>
              </a:rPr>
              <a:t>SNP Inc., green  </a:t>
            </a:r>
            <a:r>
              <a:rPr sz="950">
                <a:solidFill>
                  <a:srgbClr val="595959"/>
                </a:solidFill>
                <a:latin typeface="Calibri"/>
              </a:rPr>
              <a:t>— $0.75 at ~3 drums a week — the floor of the band, delivered and to our spec</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CJB $8.42 far above the band; APV ≥$3 (estimate, never confirmed) at its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is its floor — drum lots at $0.75, delivered to our spec; every other supplier that can make it charges the top of the band,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Explore, not commit: their other hydrogel lines — sodium alginate, guar gum — as possibilities for future projects.  </a:t>
            </a:r>
            <a:r>
              <a:rPr sz="1100" b="1">
                <a:solidFill>
                  <a:srgbClr val="2E7D46"/>
                </a:solidFill>
                <a:latin typeface="Calibri"/>
              </a:rPr>
              <a:t>→ We learn what else they can make; no promise either way</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whether to ask about alginate and guar at all, as possibilities only — no project named, no commitment.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