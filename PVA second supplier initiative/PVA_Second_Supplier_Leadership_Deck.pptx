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That is the normal behaviour of this market - small lots carry packaging, handling and margin. SNP, green, sells us about three drums a week at 75 cents - on or below the curve,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four to six times above the curve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from a 1-gallon jug to 150 drums, on a log scale</a:t>
            </a:r>
          </a:p>
          <a:p>
            <a:pPr>
              <a:spcAft>
                <a:spcPts val="500"/>
              </a:spcAft>
            </a:pPr>
            <a:r>
              <a:rPr b="1" sz="1050">
                <a:solidFill>
                  <a:srgbClr val="1F3864"/>
                </a:solidFill>
                <a:latin typeface="Calibri"/>
              </a:rPr>
              <a:t>Grey points  </a:t>
            </a:r>
            <a:r>
              <a:rPr sz="950">
                <a:solidFill>
                  <a:srgbClr val="595959"/>
                </a:solidFill>
                <a:latin typeface="Calibri"/>
              </a:rPr>
              <a:t>— verified market prices of pre-mixed PVA solution at each pack size (composites-grade in the US; ton-scale offers offshore, before freight)</a:t>
            </a:r>
          </a:p>
          <a:p>
            <a:pPr>
              <a:spcAft>
                <a:spcPts val="500"/>
              </a:spcAft>
            </a:pPr>
            <a:r>
              <a:rPr b="1" sz="1050">
                <a:solidFill>
                  <a:srgbClr val="1F3864"/>
                </a:solidFill>
                <a:latin typeface="Calibri"/>
              </a:rPr>
              <a:t>Navy line  </a:t>
            </a:r>
            <a:r>
              <a:rPr sz="950">
                <a:solidFill>
                  <a:srgbClr val="595959"/>
                </a:solidFill>
                <a:latin typeface="Calibri"/>
              </a:rPr>
              <a:t>— the market curve fitted through them: price falls ~18% for every doubling of the lot. At SNP's lot size the market would charge ~$0.99; at a 5-drum batch ~$0.85</a:t>
            </a:r>
          </a:p>
          <a:p>
            <a:pPr>
              <a:spcAft>
                <a:spcPts val="500"/>
              </a:spcAft>
            </a:pPr>
            <a:r>
              <a:rPr b="1" sz="1050">
                <a:solidFill>
                  <a:srgbClr val="1F3864"/>
                </a:solidFill>
                <a:latin typeface="Calibri"/>
              </a:rPr>
              <a:t>SNP Inc., green  </a:t>
            </a:r>
            <a:r>
              <a:rPr sz="950">
                <a:solidFill>
                  <a:srgbClr val="595959"/>
                </a:solidFill>
                <a:latin typeface="Calibri"/>
              </a:rPr>
              <a:t>— $0.75 at ~3 drums a week — on or below the curve even though the market points are not delivered and not medical-grade</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and $6.00 below it — 4× and 6× the curve at those quantities: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40-gallon minimum, off the curve entirely;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