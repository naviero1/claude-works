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composites grade up to 20 gal; ton-scale offshore offers before freight</a:t>
            </a:r>
          </a:p>
          <a:p>
            <a:pPr>
              <a:spcAft>
                <a:spcPts val="500"/>
              </a:spcAft>
            </a:pPr>
            <a:r>
              <a:rPr b="1" sz="1050">
                <a:solidFill>
                  <a:srgbClr val="1F3864"/>
                </a:solidFill>
                <a:latin typeface="Calibri"/>
              </a:rPr>
              <a:t>Navy line and band  </a:t>
            </a:r>
            <a:r>
              <a:rPr sz="950">
                <a:solidFill>
                  <a:srgbClr val="595959"/>
                </a:solidFill>
                <a:latin typeface="Calibri"/>
              </a:rPr>
              <a:t>— the trend: ~18% lower per doubling of the lot. The band is where 80% of the verified points fall around it; beyond 20 gal its top follows the flattening in vendors' ladders, and its floor is SNP's $0.75 — no US-delivered lot has been seen cheaper (offshore ton offers are before freight and duty). One drum $0.83–3.53; SNP's lot $0.75–3.09; a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and delivered, to our spec: the cheapest price in the market for a better product</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at a 40-gal minimum sits far above the band; APV ≥$3 (estimate from our call, never confirmed) sits at the band's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