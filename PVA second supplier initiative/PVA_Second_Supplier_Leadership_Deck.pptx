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3832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4348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3832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4348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3832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4348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349240"/>
            <a:ext cx="11064240" cy="566928"/>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468112"/>
            <a:ext cx="10698480" cy="329184"/>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