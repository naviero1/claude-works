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vs New split is inferred: Amazon/Modernist Pantry treated as existing (already-used retail sources for gelatin &amp; alginate); Sigma-Aldrich treated as existing (broadline). All project-sourced production suppliers treated as new to ATM. Adjust as needed. Data as of Aug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Strategy - </a:t>
            </a:r>
            <a:pPr algn="l" indent="0" marL="0">
              <a:buNone/>
            </a:pPr>
            <a:r>
              <a:rPr lang="en-US" sz="3400" dirty="0">
                <a:solidFill>
                  <a:srgbClr val="1F2937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OSCAR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3703320" cy="15544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– Existing Suppliers: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Fish gelatin &amp; sodium alginate (retail, in-stock)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Modernist Pantry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Fish gelatin &amp; sodium alginate (2nd source)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063240"/>
            <a:ext cx="3703320" cy="35661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– New Suppliers: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Azelis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Proxel BD20 biocide (genuine Arxada; account &amp; credit set up)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Koch Color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FB 28 disodium salt 4193-55-9 (Opti-Bright BA; sample in progress)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ChemicalStore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Barium sulfate, precipitated (in stock, 2 lb)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343400" y="1371600"/>
            <a:ext cx="3703320" cy="17373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Suppliers under consideration: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Sigma-Aldrich / MilliporeSigma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Barium sulfate (intended primary); commercial-use letter or commercial product pending. FB 28 &amp; Proxel BD20 = R&amp;D-only, not viable for production.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343400" y="3063240"/>
            <a:ext cx="3703320" cy="35661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Suppliers under consideration: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Barentz North America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Proxel BD20 (2nd Arxada route) &amp; Venator blanc fixe (BaSO₄)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Aurora Specialty Chemistries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FB 28 optical brightener (US maker)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Dyes &amp; Pigments (ORCO)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FB 28 (Synthrowite)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CIMBAR / Barium &amp; Chemicals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Barium sulfate (US producers)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Nutra Food Ingredients / Custom Collagen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Fish gelatin (US)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Ingredion / Roquette (via ChemPoint)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Sodium alginate (US)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75320" y="1371600"/>
            <a:ext cx="3520440" cy="525780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Risks: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9C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/ limited source: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FB 28 disodium — few US production makers (Koch Color the cleanest exact match).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9C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supplier gap: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Sigma-Aldrich (intended primary) is R&amp;D-only for FB 28 &amp; Proxel BD20 → re-sourcing required.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9C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/ unqualified suppliers: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production sources are new to ATM; COA &amp; sample qualification still pending.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9C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Wrong-material risk: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FB 28 free acid (4404-43-7) vs disodium (4193-55-9) mislabeling in catalogs.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9C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MOQ vs need: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production packs (~20–25 kg biocide; ~20 kg Sigma bulk) vs ≤1 kg requirement.</a:t>
            </a:r>
            <a:endParaRPr lang="en-US" sz="1500" dirty="0"/>
          </a:p>
          <a:p>
            <a:pPr algn="l" lvl="1" marL="355600" indent="-177800">
              <a:buSzPct val="100000"/>
              <a:buChar char="•"/>
            </a:pPr>
            <a:r>
              <a:rPr lang="en-US" sz="1150" b="1" dirty="0">
                <a:solidFill>
                  <a:srgbClr val="9C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new to ATM:</a:t>
            </a:r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production-grade optical-brightener &amp; biocide sourcing.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2026-08-13T13:05:58Z</dcterms:created>
  <dcterms:modified xsi:type="dcterms:W3CDTF">2026-08-13T13:05:58Z</dcterms:modified>
</cp:coreProperties>
</file>